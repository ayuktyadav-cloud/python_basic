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Party A Votes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2016</c:v>
                  </c:pt>
                  <c:pt idx="1">
                    <c:v>2019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39500</c:v>
                </c:pt>
                <c:pt idx="1">
                  <c:v>42300</c:v>
                </c:pt>
                <c:pt idx="2">
                  <c:v>48900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5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Marks Scored</c:v>
                </c:pt>
              </c:strCache>
            </c:strRef>
          </c:tx>
          <c:spPr>
            <a:solidFill>
              <a:srgbClr val="D4A017"/>
            </a:solidFill>
            <a:ln>
              <a:noFill/>
            </a:ln>
            <a:effectLst/>
          </c:spPr>
          <c:marker>
            <c:symbol val="circle"/>
            <c:size val="8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55</c:v>
                </c:pt>
                <c:pt idx="2">
                  <c:v>65</c:v>
                </c:pt>
                <c:pt idx="3">
                  <c:v>75</c:v>
                </c:pt>
                <c:pt idx="4">
                  <c:v>85</c:v>
                </c:pt>
                <c:pt idx="5">
                  <c:v>95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Hours Studied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5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Marks Scored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Votes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Party A</c:v>
                  </c:pt>
                  <c:pt idx="1">
                    <c:v>Party 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51260</c:v>
                </c:pt>
                <c:pt idx="1">
                  <c:v>46530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5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97280"/>
            <a:ext cx="3840480" cy="384048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4206240"/>
            <a:ext cx="2377440" cy="237744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VOTE PREDICTION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Election Outcomes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Machine Learning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web application using Multiple Linear Regression, built with Python, Pandas, NumPy, Matplotlib, Scikit-learn, and Streamlit.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1005840" cy="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Project Presentation  |  Data Science &amp; Machine Learning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this Project?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Vote Prediction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machine-learning based project designed to estimate future election votes using historical, election-style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25603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previous election votes and voter turnout as input 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2783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27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318211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Python for data handling and modelling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4962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380390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browser-based, interactive interface using Streamlit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47141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471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442569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as an educational demonstration of the ML workflow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69480" y="1508760"/>
            <a:ext cx="4251960" cy="2880360"/>
          </a:xfrm>
          <a:prstGeom prst="roundRect">
            <a:avLst>
              <a:gd name="adj" fmla="val 3175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182880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synthetic, education-first look at how ML applies to voting data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863840" y="3154680"/>
            <a:ext cx="3063240" cy="0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33375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 →  Prediction Out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Vote Prediction using Machine Learning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Aims to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329184" cy="32918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election-style data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61488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035808"/>
            <a:ext cx="329184" cy="32918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276148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future votes using Machine Learning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31336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105656"/>
            <a:ext cx="329184" cy="32918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05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17320" y="3831336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possible winner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901184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5175504"/>
            <a:ext cx="329184" cy="32918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175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490118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regression model using R² score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63640" y="169164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1965960"/>
            <a:ext cx="329184" cy="32918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40880" y="16916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voting trends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63640" y="2761488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3035808"/>
            <a:ext cx="329184" cy="32918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276148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predicted votes of two parties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263640" y="3831336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4105656"/>
            <a:ext cx="329184" cy="32918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4105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0880" y="3831336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vote share and winning margin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Vote Prediction using Machine Learning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TECHNOLOGIES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Tools Behind the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EDEF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848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029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3957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EDEFF7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20848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2029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49240" y="23957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&amp; analysis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21040" y="182880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EDEF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595360" y="20848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89720" y="2029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89720" y="23957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&amp; visualizations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EDEFF7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39136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3858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42245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80560" y="365760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EDEF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39136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3858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49240" y="42245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interface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21040" y="365760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EDEFF7"/>
          </a:solidFill>
          <a:ln/>
        </p:spPr>
      </p:sp>
      <p:sp>
        <p:nvSpPr>
          <p:cNvPr id="30" name="Shape 28"/>
          <p:cNvSpPr/>
          <p:nvPr/>
        </p:nvSpPr>
        <p:spPr>
          <a:xfrm>
            <a:off x="8595360" y="39136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59536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89720" y="3858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89720" y="42245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Vote Prediction using Machine Learning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of the Election Dataset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synthetic and created purely for educational demonstration of the ML workflow.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881360" cy="2926080"/>
        </p:xfrm>
        <a:graphic>
          <a:graphicData uri="http://schemas.openxmlformats.org/drawingml/2006/table">
            <a:tbl>
              <a:tblPr/>
              <a:tblGrid>
                <a:gridCol w="1554480"/>
                <a:gridCol w="1920240"/>
                <a:gridCol w="2651760"/>
                <a:gridCol w="2651760"/>
                <a:gridCol w="210312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Previous_Votes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Voter_Turnout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Election year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Contesting party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Votes won last election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voters who turned 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Target: actual votes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Party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48,900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Party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Party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48,900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Vote Prediction using Machine Learning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Fundamentals Behind the Project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 of this project — from cleaning data to training the model — rests on core Python building blocks.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66544"/>
            <a:ext cx="128016" cy="12801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01952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 Types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float, str, bool — store years, turnout %, party names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24912"/>
            <a:ext cx="128016" cy="12801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6032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collections — store multiple votes/turnout values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128016" cy="12801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18688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 — structure a single record before it becomes a row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041648"/>
            <a:ext cx="128016" cy="12801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877056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&amp; Conditionals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for/while and if/elif — process rows, compare parties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700016"/>
            <a:ext cx="128016" cy="12801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535424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blocks — reusable logic for prediction and evaluation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20840" y="2011680"/>
            <a:ext cx="4800600" cy="3200400"/>
          </a:xfrm>
          <a:prstGeom prst="roundRect">
            <a:avLst>
              <a:gd name="adj" fmla="val 2571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2240280"/>
            <a:ext cx="4251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greet(name):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f"Hello, {name}!"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85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marks &gt;= 90: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print("Grade A")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marks &gt;= 75: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print("Grade B")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Grade B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Vote Prediction using Machine Learning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NUMPY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Numeric Arrays for Model Input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reshapes and prepares the numeric columns — previous votes and voter turnout — into arrays that scikit-learn's regression model can train 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EDEF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432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np.array([[42300, 61], [39800, 61]])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np.array([48900, 45200])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model.fit(X, y)   # trains on arrays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NumPy over plain Python lists: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faster on large numeric data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math: array * 2 instead of loops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support for multi-dimensional data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7208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Processing Speed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52360" y="3246120"/>
            <a:ext cx="2194560" cy="21945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32461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281160" y="2148840"/>
            <a:ext cx="1554480" cy="1554480"/>
          </a:xfrm>
          <a:prstGeom prst="ellipse">
            <a:avLst/>
          </a:prstGeom>
          <a:solidFill>
            <a:srgbClr val="3B4694"/>
          </a:solidFill>
          <a:ln/>
        </p:spPr>
      </p:sp>
      <p:sp>
        <p:nvSpPr>
          <p:cNvPr id="13" name="Text 11"/>
          <p:cNvSpPr/>
          <p:nvPr/>
        </p:nvSpPr>
        <p:spPr>
          <a:xfrm>
            <a:off x="9281160" y="21488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61320" y="3520440"/>
            <a:ext cx="1417320" cy="1417320"/>
          </a:xfrm>
          <a:prstGeom prst="ellipse">
            <a:avLst/>
          </a:prstGeom>
          <a:solidFill>
            <a:srgbClr val="3B4694"/>
          </a:solidFill>
          <a:ln/>
        </p:spPr>
      </p:sp>
      <p:sp>
        <p:nvSpPr>
          <p:cNvPr id="15" name="Text 13"/>
          <p:cNvSpPr/>
          <p:nvPr/>
        </p:nvSpPr>
        <p:spPr>
          <a:xfrm>
            <a:off x="10561320" y="35204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89720" y="4343400"/>
            <a:ext cx="1371600" cy="1371600"/>
          </a:xfrm>
          <a:prstGeom prst="ellipse">
            <a:avLst/>
          </a:prstGeom>
          <a:solidFill>
            <a:srgbClr val="5A64B0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43434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75320" y="1874520"/>
            <a:ext cx="1188720" cy="1188720"/>
          </a:xfrm>
          <a:prstGeom prst="ellipse">
            <a:avLst/>
          </a:prstGeom>
          <a:solidFill>
            <a:srgbClr val="5A64B0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18745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Vote Prediction using Machine Learning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PANDAS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&amp; Exploring Election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</a:t>
            </a:r>
            <a:pPr indent="0" marL="0"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CSV dataset into a DataFrame, filters it, and prepares it for both visualization and model training.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EDEF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46120" y="210312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election dataset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61488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EDEFF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614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 / df.info()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46120" y="276148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rows &amp; column types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419856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EDEFF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41985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df[df['Votes'] &gt; x]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341985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high-performing parties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078224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EDEFF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0782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df.groupby('Party')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407822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votes by party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736592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EDEFF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7365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df.sort_values('Votes')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47365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parties by votes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2103120"/>
          <a:ext cx="4846320" cy="1234440"/>
        </p:xfrm>
        <a:graphic>
          <a:graphicData uri="http://schemas.openxmlformats.org/drawingml/2006/table">
            <a:tbl>
              <a:tblPr/>
              <a:tblGrid>
                <a:gridCol w="1211580"/>
                <a:gridCol w="1211580"/>
                <a:gridCol w="1211580"/>
                <a:gridCol w="12115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Prev_Votes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Party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Party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675120" y="3611880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EDEFF7"/>
          </a:solidFill>
          <a:ln/>
        </p:spPr>
      </p:sp>
      <p:sp>
        <p:nvSpPr>
          <p:cNvPr id="22" name="Text 19"/>
          <p:cNvSpPr/>
          <p:nvPr/>
        </p:nvSpPr>
        <p:spPr>
          <a:xfrm>
            <a:off x="6812280" y="36118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top_scorers = df[df['Votes'] &gt; 45000]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675120" y="43434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is built on NumPy — fast at handling numeric data, and pairs naturally with Matplotlib for visualization.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Vote Prediction using Machine Learning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MATPLOTLIB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Visualizing Trends &amp; Predictions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numbers into election trend graphs and prediction bar charts inside the Streamlit app.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Plot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5212080" cy="594360"/>
          </a:xfrm>
          <a:prstGeom prst="roundRect">
            <a:avLst>
              <a:gd name="adj" fmla="val 9231"/>
            </a:avLst>
          </a:prstGeom>
          <a:solidFill>
            <a:srgbClr val="EDEFF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432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plt.plot()  —  Historical vote trend over years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5212080" cy="594360"/>
          </a:xfrm>
          <a:prstGeom prst="roundRect">
            <a:avLst>
              <a:gd name="adj" fmla="val 9231"/>
            </a:avLst>
          </a:prstGeom>
          <a:solidFill>
            <a:srgbClr val="EDEFF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8862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plt.bar()  —  Party A vs Party B predicted votes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Vote Trend (Party A)</a:t>
            </a:r>
            <a:endParaRPr lang="en-US" sz="1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400800" y="192024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Vote Prediction using Machine Learning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Linear Regression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 continuous numeric value by fitting a straight line through data — finding the best relationship between input (X) and output (y).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mx + c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91840"/>
          <a:ext cx="5486400" cy="100584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526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Hours Studied → Marks Scored  |  Fitted line: y = 10x + 25  |  R² close to 1 = better fit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9224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Studied vs Marks Scored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92240" y="192024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Vote Prediction using Machine Learning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188720"/>
            <a:ext cx="3291840" cy="329184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MACHINE LEARNING ALGORITHM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Linear Regression for Vote Prediction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Votes. The model learns the relationship between the input features and votes, then uses this relationship to estimate votes for new input values.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703320"/>
            <a:ext cx="9875520" cy="822960"/>
          </a:xfrm>
          <a:prstGeom prst="roundRect">
            <a:avLst>
              <a:gd name="adj" fmla="val 8889"/>
            </a:avLst>
          </a:prstGeom>
          <a:solidFill>
            <a:srgbClr val="161C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0332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used: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 →  </a:t>
            </a:r>
            <a:pPr indent="0" marL="0">
              <a:buNone/>
            </a:pPr>
            <a:r>
              <a:rPr lang="en-US" sz="1350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Vote Prediction using Machine Learning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Application Works, Step by Step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313432"/>
            <a:ext cx="5212080" cy="0"/>
          </a:xfrm>
          <a:prstGeom prst="line">
            <a:avLst/>
          </a:prstGeom>
          <a:noFill/>
          <a:ln w="12700">
            <a:solidFill>
              <a:srgbClr val="3B46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0" y="1508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09360" y="1828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Loading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09360" y="2313432"/>
            <a:ext cx="5212080" cy="0"/>
          </a:xfrm>
          <a:prstGeom prst="line">
            <a:avLst/>
          </a:prstGeom>
          <a:noFill/>
          <a:ln w="12700">
            <a:solidFill>
              <a:srgbClr val="3B46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420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6207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346704"/>
            <a:ext cx="5212080" cy="0"/>
          </a:xfrm>
          <a:prstGeom prst="line">
            <a:avLst/>
          </a:prstGeom>
          <a:noFill/>
          <a:ln w="12700">
            <a:solidFill>
              <a:srgbClr val="3B46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5420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286207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09360" y="3346704"/>
            <a:ext cx="5212080" cy="0"/>
          </a:xfrm>
          <a:prstGeom prst="line">
            <a:avLst/>
          </a:prstGeom>
          <a:noFill/>
          <a:ln w="12700">
            <a:solidFill>
              <a:srgbClr val="3B46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753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89534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Vote Prediction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379976"/>
            <a:ext cx="5212080" cy="0"/>
          </a:xfrm>
          <a:prstGeom prst="line">
            <a:avLst/>
          </a:prstGeom>
          <a:noFill/>
          <a:ln w="12700">
            <a:solidFill>
              <a:srgbClr val="3B46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5753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389534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Winner Prediction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309360" y="4379976"/>
            <a:ext cx="5212080" cy="0"/>
          </a:xfrm>
          <a:prstGeom prst="line">
            <a:avLst/>
          </a:prstGeom>
          <a:noFill/>
          <a:ln w="12700">
            <a:solidFill>
              <a:srgbClr val="3B469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60857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92861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5413248"/>
            <a:ext cx="5212080" cy="0"/>
          </a:xfrm>
          <a:prstGeom prst="line">
            <a:avLst/>
          </a:prstGeom>
          <a:noFill/>
          <a:ln w="12700">
            <a:solidFill>
              <a:srgbClr val="3B46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460857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492861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309360" y="5413248"/>
            <a:ext cx="5212080" cy="0"/>
          </a:xfrm>
          <a:prstGeom prst="line">
            <a:avLst/>
          </a:prstGeom>
          <a:noFill/>
          <a:ln w="12700">
            <a:solidFill>
              <a:srgbClr val="3B469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manages the dataset  •  Matplotlib creates trend and prediction graphs  •  Scikit-learn trains the model  •  Streamlit powers the interface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MAIN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Application Offers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EDEF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8882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88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6916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dataset display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16916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EDEFF7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98882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988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0" y="16916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election graph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16916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EDEF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549640" y="198882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8549640" y="1988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0" y="16916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vote prediction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EDEFF7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331470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314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01752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A vs Party B comparison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80560" y="30175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EDEFF7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331470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3314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301752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winner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21040" y="30175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EDEFF7"/>
          </a:solidFill>
          <a:ln/>
        </p:spPr>
      </p:sp>
      <p:sp>
        <p:nvSpPr>
          <p:cNvPr id="25" name="Shape 23"/>
          <p:cNvSpPr/>
          <p:nvPr/>
        </p:nvSpPr>
        <p:spPr>
          <a:xfrm>
            <a:off x="8549640" y="331470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/>
          <p:nvPr/>
        </p:nvSpPr>
        <p:spPr>
          <a:xfrm>
            <a:off x="8549640" y="3314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0" y="301752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share percentage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3434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EDEFF7"/>
          </a:solidFill>
          <a:ln/>
        </p:spPr>
      </p:sp>
      <p:sp>
        <p:nvSpPr>
          <p:cNvPr id="29" name="Shape 27"/>
          <p:cNvSpPr/>
          <p:nvPr/>
        </p:nvSpPr>
        <p:spPr>
          <a:xfrm>
            <a:off x="868680" y="464058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640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63040" y="434340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margin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480560" y="43434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EDEFF7"/>
          </a:solidFill>
          <a:ln/>
        </p:spPr>
      </p:sp>
      <p:sp>
        <p:nvSpPr>
          <p:cNvPr id="33" name="Shape 31"/>
          <p:cNvSpPr/>
          <p:nvPr/>
        </p:nvSpPr>
        <p:spPr>
          <a:xfrm>
            <a:off x="4709160" y="464058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4640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03520" y="434340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bar graph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21040" y="43434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EDEFF7"/>
          </a:solidFill>
          <a:ln/>
        </p:spPr>
      </p:sp>
      <p:sp>
        <p:nvSpPr>
          <p:cNvPr id="37" name="Shape 35"/>
          <p:cNvSpPr/>
          <p:nvPr/>
        </p:nvSpPr>
        <p:spPr>
          <a:xfrm>
            <a:off x="8549640" y="464058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8" name="Text 36"/>
          <p:cNvSpPr/>
          <p:nvPr/>
        </p:nvSpPr>
        <p:spPr>
          <a:xfrm>
            <a:off x="8549640" y="4640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44000" y="434340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model evaluation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Vote Prediction using Machine Learning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Outcome Example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previous votes and expected voter turnout as inputs, the system estimates future votes and compares two parties on vote share, margin, and predicted winner.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52.4%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A Vote Share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68503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44165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Margin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85546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0080" y="55869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557784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EDEFF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5778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Winner: Party A
</a:t>
            </a:r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higher estimated vote share for the given inputs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Votes: Party A vs Party B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492240" y="182880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Vote Prediction using Machine Learning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&amp; 15  CONCLUSION AND 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Wrapping Up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4160520"/>
          </a:xfrm>
          <a:prstGeom prst="roundRect">
            <a:avLst>
              <a:gd name="adj" fmla="val 1978"/>
            </a:avLst>
          </a:prstGeom>
          <a:solidFill>
            <a:srgbClr val="161C4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574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Multiple Linear Regression can be applied to election-style numerical data.
</a:t>
            </a:r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remains an educational prototype on a small synthetic dataset — its predictions should not be interpreted as actual election forecasts.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future version can use larger, verified historical election datasets and additional relevant features.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257800" cy="4160520"/>
          </a:xfrm>
          <a:prstGeom prst="roundRect">
            <a:avLst>
              <a:gd name="adj" fmla="val 1978"/>
            </a:avLst>
          </a:prstGeom>
          <a:solidFill>
            <a:srgbClr val="F4F5F9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0574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56032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larger real-world election datasets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constituencies and parties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demographic &amp; historical features where appropriate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multiple Machine Learning algorithms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model evaluation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more advanced visualizations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application online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Vote Prediction using Machine Learning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2026-07-27T05:11:43Z</dcterms:created>
  <dcterms:modified xsi:type="dcterms:W3CDTF">2026-07-27T05:11:43Z</dcterms:modified>
</cp:coreProperties>
</file>